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135410"/>
            <a:ext cx="762000" cy="762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11072" y="1745010"/>
            <a:ext cx="27217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50570" y="2697510"/>
            <a:ext cx="40427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Organization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032004" y="3688110"/>
            <a:ext cx="50799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Directory Structure as Context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72701" y="4415879"/>
            <a:ext cx="29985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CE101: Context Engineering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66850"/>
            <a:ext cx="8001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6300" y="14668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assistants navigate and understand file hierarchies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6300" y="19621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directory organization patterns for better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00" y="24574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conventions that communicate intent clearly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300" y="29527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of "starting in the right place"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6300" y="34480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placement and discovery strategies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8025" y="141238"/>
            <a:ext cx="416795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2106960"/>
            <a:ext cx="777240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65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you organize files directly affects how AI assistants understand your codebase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90179" y="3804940"/>
            <a:ext cx="1721197" cy="607665"/>
          </a:xfrm>
          <a:prstGeom prst="roundRect">
            <a:avLst>
              <a:gd name="adj" fmla="val 1254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5001" y="3995440"/>
            <a:ext cx="121155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214271" y="39754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11476" y="3804940"/>
            <a:ext cx="1721197" cy="607665"/>
          </a:xfrm>
          <a:prstGeom prst="roundRect">
            <a:avLst>
              <a:gd name="adj" fmla="val 12540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66298" y="3995440"/>
            <a:ext cx="121155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735568" y="39754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32773" y="3691682"/>
            <a:ext cx="1721197" cy="834330"/>
          </a:xfrm>
          <a:prstGeom prst="roundRect">
            <a:avLst>
              <a:gd name="adj" fmla="val 9133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7595" y="3882182"/>
            <a:ext cx="1211553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Understanding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66356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Context Through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33550"/>
            <a:ext cx="36957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981200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2438400"/>
            <a:ext cx="3200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9150" y="2438400"/>
            <a:ext cx="32644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by concern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beats separation by 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9150" y="3162300"/>
            <a:ext cx="32644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beats alphabetical sorting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9150" y="388620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things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be together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6800" y="1236464"/>
            <a:ext cx="3695700" cy="1678186"/>
          </a:xfrm>
          <a:prstGeom prst="roundRect">
            <a:avLst>
              <a:gd name="adj" fmla="val 4541"/>
            </a:avLst>
          </a:prstGeom>
          <a:solidFill>
            <a:srgbClr val="FF6F59">
              <a:alpha val="10000"/>
            </a:srgbClr>
          </a:solidFill>
          <a:ln w="19050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4450" y="1484114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TYPE-BASED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4450" y="1788914"/>
            <a:ext cx="3264408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/controllers/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/views/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/tests/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876800" y="3219450"/>
            <a:ext cx="3695700" cy="1678186"/>
          </a:xfrm>
          <a:prstGeom prst="roundRect">
            <a:avLst>
              <a:gd name="adj" fmla="val 4541"/>
            </a:avLst>
          </a:prstGeom>
          <a:solidFill>
            <a:srgbClr val="5FA8D3">
              <a:alpha val="10000"/>
            </a:srgbClr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24450" y="34671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CONCERN-BASED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4450" y="3771900"/>
            <a:ext cx="3264408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/user-management/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/payment-processing/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/notification-service/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/analytics/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33375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752475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526256"/>
            <a:ext cx="3695700" cy="4319736"/>
          </a:xfrm>
          <a:prstGeom prst="roundRect">
            <a:avLst>
              <a:gd name="adj" fmla="val 2062"/>
            </a:avLst>
          </a:prstGeom>
          <a:solidFill>
            <a:srgbClr val="FF6F59">
              <a:alpha val="15000"/>
            </a:srgbClr>
          </a:solidFill>
          <a:ln w="19050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697706"/>
            <a:ext cx="341985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Poor 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2950" y="1082427"/>
            <a:ext cx="3352800" cy="24003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1215777"/>
            <a:ext cx="314782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file1.py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file2.py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utils.py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helpers.py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stuff.py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main.py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config.yaml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2950" y="3616077"/>
            <a:ext cx="3352800" cy="10584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5350" y="3646438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hierarchy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5350" y="401196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naming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5350" y="4377482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concerns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6800" y="526256"/>
            <a:ext cx="3695700" cy="4319736"/>
          </a:xfrm>
          <a:prstGeom prst="roundRect">
            <a:avLst>
              <a:gd name="adj" fmla="val 2062"/>
            </a:avLst>
          </a:prstGeom>
          <a:solidFill>
            <a:srgbClr val="5FA8D3">
              <a:alpha val="15000"/>
            </a:srgbClr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0" y="697706"/>
            <a:ext cx="341985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Structure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8250" y="1082427"/>
            <a:ext cx="3352800" cy="24003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81600" y="1215777"/>
            <a:ext cx="314782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src/api/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src/models/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src/services/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config/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tests/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docs/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8250" y="3616077"/>
            <a:ext cx="3352800" cy="10584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00650" y="3646438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hierarchy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0650" y="401196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naming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00650" y="4377482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58973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Placement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80010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38213"/>
            <a:ext cx="8001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938213"/>
            <a:ext cx="0" cy="914400"/>
          </a:xfrm>
          <a:prstGeom prst="line">
            <a:avLst/>
          </a:prstGeom>
          <a:noFill/>
          <a:ln w="47625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825" y="1128713"/>
            <a:ext cx="756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README.md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5825" y="1433513"/>
            <a:ext cx="756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overview, getting started, high-level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005013"/>
            <a:ext cx="7620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76313" y="2005013"/>
            <a:ext cx="0" cy="914400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2195513"/>
            <a:ext cx="7179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README.md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6825" y="2500313"/>
            <a:ext cx="7179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or component details, API documentation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33500" y="3071813"/>
            <a:ext cx="7239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357313" y="3071813"/>
            <a:ext cx="0" cy="914400"/>
          </a:xfrm>
          <a:prstGeom prst="line">
            <a:avLst/>
          </a:prstGeom>
          <a:noFill/>
          <a:ln w="47625">
            <a:solidFill>
              <a:srgbClr val="FF6F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7825" y="3262313"/>
            <a:ext cx="6791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README.md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7825" y="3567113"/>
            <a:ext cx="6791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notes, patterns, edge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" y="4252913"/>
            <a:ext cx="8001000" cy="504825"/>
          </a:xfrm>
          <a:prstGeom prst="roundRect">
            <a:avLst>
              <a:gd name="adj" fmla="val 15094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4662" y="4405313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provides context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appropriate to its scope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3532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Patterns That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58478"/>
            <a:ext cx="3848100" cy="1363861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177528"/>
            <a:ext cx="384810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425178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Monorepo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1806178"/>
            <a:ext cx="34587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services under /services/ or /packages/ with shared tooling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4400" y="1158478"/>
            <a:ext cx="3848100" cy="1363861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4400" y="1177528"/>
            <a:ext cx="38481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0" y="1425178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Infrastructure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3000" y="1806178"/>
            <a:ext cx="34587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IaC by environment (/prod, /staging) or by resource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2827139"/>
            <a:ext cx="81610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Directory Placements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71500" y="3230910"/>
            <a:ext cx="2463850" cy="731341"/>
          </a:xfrm>
          <a:prstGeom prst="roundRect">
            <a:avLst>
              <a:gd name="adj" fmla="val 10419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383310"/>
            <a:ext cx="204678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/docs/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Comprehensive 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0150" y="3230910"/>
            <a:ext cx="2463850" cy="731341"/>
          </a:xfrm>
          <a:prstGeom prst="roundRect">
            <a:avLst>
              <a:gd name="adj" fmla="val 10419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68750" y="3383310"/>
            <a:ext cx="204678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/examples/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Usage patterns and samples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08799" y="3337471"/>
            <a:ext cx="2463850" cy="518071"/>
          </a:xfrm>
          <a:prstGeom prst="roundRect">
            <a:avLst>
              <a:gd name="adj" fmla="val 14708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37399" y="3489871"/>
            <a:ext cx="20467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/config/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Configuration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" y="4267051"/>
            <a:ext cx="8001000" cy="518071"/>
          </a:xfrm>
          <a:prstGeom prst="roundRect">
            <a:avLst>
              <a:gd name="adj" fmla="val 14708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4419451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/tests/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Test suites and fixtures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828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as a Teaching Tool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847725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44029"/>
            <a:ext cx="3695700" cy="1287661"/>
          </a:xfrm>
          <a:prstGeom prst="roundRect">
            <a:avLst>
              <a:gd name="adj" fmla="val 5918"/>
            </a:avLst>
          </a:prstGeom>
          <a:solidFill>
            <a:srgbClr val="5FA8D3">
              <a:alpha val="15000"/>
            </a:srgbClr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253579"/>
            <a:ext cx="3342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050" y="1634579"/>
            <a:ext cx="3342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examples directory teaches AI assistants and humans your patterns and best practices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484090"/>
            <a:ext cx="3695700" cy="216783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050" y="2693640"/>
            <a:ext cx="334213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Include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1050" y="3032671"/>
            <a:ext cx="3276600" cy="1409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1550" y="3032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configurations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1550" y="3413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usage patterns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1550" y="3794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implementations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1550" y="4175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handling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76800" y="1321147"/>
            <a:ext cx="3695700" cy="239643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86350" y="1530697"/>
            <a:ext cx="334213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86350" y="1869728"/>
            <a:ext cx="3276600" cy="1638300"/>
          </a:xfrm>
          <a:prstGeom prst="roundRect">
            <a:avLst>
              <a:gd name="adj" fmla="val 2326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38750" y="2022128"/>
            <a:ext cx="303123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basic/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advanced/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common-issues/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76800" y="3869978"/>
            <a:ext cx="3695700" cy="504825"/>
          </a:xfrm>
          <a:prstGeom prst="roundRect">
            <a:avLst>
              <a:gd name="adj" fmla="val 15094"/>
            </a:avLst>
          </a:prstGeom>
          <a:solidFill>
            <a:srgbClr val="FF6F5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895850" y="3869978"/>
            <a:ext cx="0" cy="504825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400" y="4022378"/>
            <a:ext cx="33421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Examples are often the first place AI looks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6051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Intentions Obvious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23988"/>
            <a:ext cx="36957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671638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2052637"/>
            <a:ext cx="32004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7750" y="2052637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descriptive, not clever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2471738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consistent patterns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2890838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 purpose in the name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7750" y="3309938"/>
            <a:ext cx="30312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abbreviations unless standard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6800" y="676275"/>
            <a:ext cx="3695700" cy="1600200"/>
          </a:xfrm>
          <a:prstGeom prst="roundRect">
            <a:avLst>
              <a:gd name="adj" fmla="val 4762"/>
            </a:avLst>
          </a:prstGeom>
          <a:solidFill>
            <a:srgbClr val="FF6F5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67300" y="866775"/>
            <a:ext cx="3380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Unclear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67300" y="1171575"/>
            <a:ext cx="33809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data.json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utils.py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helper.js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temp_file.txt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76800" y="2505075"/>
            <a:ext cx="3695700" cy="1600200"/>
          </a:xfrm>
          <a:prstGeom prst="roundRect">
            <a:avLst>
              <a:gd name="adj" fmla="val 4762"/>
            </a:avLst>
          </a:prstGeom>
          <a:solidFill>
            <a:srgbClr val="5F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67300" y="2695575"/>
            <a:ext cx="3380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67300" y="3000375"/>
            <a:ext cx="33809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user-preferences.json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string-formatters.py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api-client.js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backup-2024-11-08.txt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876800" y="4333875"/>
            <a:ext cx="3695700" cy="504825"/>
          </a:xfrm>
          <a:prstGeom prst="roundRect">
            <a:avLst>
              <a:gd name="adj" fmla="val 15094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5291" y="4486275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name answers: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What, Why, and When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in the Right Place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80010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7953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795338"/>
            <a:ext cx="0" cy="723900"/>
          </a:xfrm>
          <a:prstGeom prst="line">
            <a:avLst/>
          </a:prstGeom>
          <a:noFill/>
          <a:ln w="47625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825" y="9858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4292" y="10239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1125" y="1042988"/>
            <a:ext cx="4033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 over configuration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 standard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16716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5313" y="1671638"/>
            <a:ext cx="0" cy="723900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621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4292" y="19002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81125" y="1919288"/>
            <a:ext cx="467391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related things together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Co-locate files that change together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25479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5313" y="2547938"/>
            <a:ext cx="0" cy="723900"/>
          </a:xfrm>
          <a:prstGeom prst="line">
            <a:avLst/>
          </a:prstGeom>
          <a:noFill/>
          <a:ln w="4762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5825" y="27384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4292" y="27765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1125" y="2795588"/>
            <a:ext cx="47864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path obvious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Structure should guide you to the right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" y="34242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5313" y="3424238"/>
            <a:ext cx="0" cy="723900"/>
          </a:xfrm>
          <a:prstGeom prst="line">
            <a:avLst/>
          </a:prstGeom>
          <a:noFill/>
          <a:ln w="47625">
            <a:solidFill>
              <a:srgbClr val="5A7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825" y="36147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5A7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04292" y="36528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81125" y="3671888"/>
            <a:ext cx="54258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 to prevent mistakes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Good organization catches errors early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" y="4300538"/>
            <a:ext cx="8001000" cy="504825"/>
          </a:xfrm>
          <a:prstGeom prst="roundRect">
            <a:avLst>
              <a:gd name="adj" fmla="val 15094"/>
            </a:avLst>
          </a:prstGeom>
          <a:solidFill>
            <a:srgbClr val="5FA8D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3524" y="4452938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Document the "why" of your organization in README files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2075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623417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623417"/>
            <a:ext cx="0" cy="8608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300" y="1813917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is your primary context tool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636639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2636639"/>
            <a:ext cx="0" cy="860822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6300" y="2827139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communicates intent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both AI and humans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1500" y="3649861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3649861"/>
            <a:ext cx="0" cy="860822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6300" y="3840361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aids AI understanding dramatically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76800" y="1743373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95850" y="1743373"/>
            <a:ext cx="0" cy="860822"/>
          </a:xfrm>
          <a:prstGeom prst="line">
            <a:avLst/>
          </a:prstGeom>
          <a:noFill/>
          <a:ln w="38100">
            <a:solidFill>
              <a:srgbClr val="5A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600" y="1933873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</a:t>
            </a:r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READMEs at every level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context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76800" y="2756595"/>
            <a:ext cx="369570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95850" y="2756595"/>
            <a:ext cx="0" cy="620911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600" y="2947095"/>
            <a:ext cx="31866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teach patterns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effectively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6800" y="3529905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95850" y="3529905"/>
            <a:ext cx="0" cy="8608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1600" y="3720405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crucial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your codebase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5750" y="-281434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32565" y="-178594"/>
            <a:ext cx="678871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514073" y="1242566"/>
            <a:ext cx="2115854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68923" y="2072283"/>
            <a:ext cx="64060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Multi-Tab Orchestration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47117" y="3215283"/>
            <a:ext cx="384976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Multiple Specialized AI Agents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26493" y="4232523"/>
            <a:ext cx="6691015" cy="620911"/>
          </a:xfrm>
          <a:prstGeom prst="roundRect">
            <a:avLst>
              <a:gd name="adj" fmla="val 1227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0478" y="4423023"/>
            <a:ext cx="62030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orchestrate multiple AI conversations for complex workflows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71615" y="4065389"/>
            <a:ext cx="1400770" cy="506611"/>
          </a:xfrm>
          <a:prstGeom prst="roundRect">
            <a:avLst>
              <a:gd name="adj" fmla="val 1504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29641" y="4198739"/>
            <a:ext cx="8847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CE101 Session 2: Filesystem Organization</dc:title>
  <dc:subject>Context Engineering Fundamentals</dc:subject>
  <dc:creator>CE101</dc:creator>
  <cp:lastModifiedBy>CE101</cp:lastModifiedBy>
  <cp:revision>1</cp:revision>
  <dcterms:created xsi:type="dcterms:W3CDTF">2025-11-08T16:43:38Z</dcterms:created>
  <dcterms:modified xsi:type="dcterms:W3CDTF">2025-11-08T16:43:38Z</dcterms:modified>
</cp:coreProperties>
</file>