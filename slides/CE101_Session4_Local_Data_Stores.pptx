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77495" y="1562100"/>
            <a:ext cx="67890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05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807940" y="1828800"/>
            <a:ext cx="55281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 Local Data Stores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77495" y="3276600"/>
            <a:ext cx="67890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Searchable Inventories and Reference Data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200"/>
            <a:ext cx="85344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1b4965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524000"/>
            <a:ext cx="7924800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local knowledge bases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patterns for services, APIs, and dependencies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reference formats (JSON, YAML, Markdown)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build vs when to query live systems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strategies for reference data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89342" y="357188"/>
            <a:ext cx="596531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Aft>
                <a:spcPts val="1200"/>
              </a:spcAft>
              <a:buNone/>
            </a:pPr>
            <a:r>
              <a:rPr lang="en-US" sz="7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Ground Truth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71575" y="2338388"/>
            <a:ext cx="6800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stores provide reliable, fast access to critical reference information</a:t>
            </a:r>
            <a:endParaRPr lang="en-US" sz="1800" dirty="0"/>
          </a:p>
        </p:txBody>
      </p:sp>
      <p:pic>
        <p:nvPicPr>
          <p:cNvPr id="4" name="Image 0" descr="/tmp/rasterized-svg-d6f0da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359568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Inventory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922562"/>
            <a:ext cx="1524000" cy="2212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2732" y="218926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22732" y="2905423"/>
            <a:ext cx="10881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22732" y="348451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&amp; specs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2057400" y="2151906"/>
            <a:ext cx="1524000" cy="17539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75332" y="2418606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275332" y="3134767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75332" y="3447157"/>
            <a:ext cx="108813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maps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810000" y="2055912"/>
            <a:ext cx="1524000" cy="1945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27932" y="232261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027932" y="3038773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7932" y="335116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Cross-service params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562600" y="1922562"/>
            <a:ext cx="1524000" cy="22126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80532" y="218926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80532" y="2905423"/>
            <a:ext cx="108813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80532" y="348451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solutions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315200" y="2055912"/>
            <a:ext cx="1524000" cy="1945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33132" y="2322612"/>
            <a:ext cx="108813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33132" y="3038773"/>
            <a:ext cx="10881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33132" y="3351163"/>
            <a:ext cx="1088136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conventions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5079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the Right Format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954560"/>
            <a:ext cx="269245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048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400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3400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inventories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parsing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25850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25850" y="1954560"/>
            <a:ext cx="269245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2097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4450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4450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Human-friendly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comments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46899" y="1935510"/>
            <a:ext cx="2692450" cy="218688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46899" y="1954560"/>
            <a:ext cx="269245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3147" y="2202210"/>
            <a:ext cx="22799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75499" y="2628900"/>
            <a:ext cx="22799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75499" y="3017490"/>
            <a:ext cx="2235250" cy="8763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tables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edit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docs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API Endpoint Inventory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9700" y="2014686"/>
            <a:ext cx="3619500" cy="2028379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38750" y="2014686"/>
            <a:ext cx="0" cy="2028379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243286"/>
            <a:ext cx="318668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Fields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5486400" y="2633365"/>
            <a:ext cx="31242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&amp; Method: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 reference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Requirements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Constraints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Errors:</a:t>
            </a:r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Troubleshooting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8778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Service Dependency Map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9700" y="2014686"/>
            <a:ext cx="3619500" cy="2028379"/>
          </a:xfrm>
          <a:prstGeom prst="roundRect">
            <a:avLst>
              <a:gd name="adj" fmla="val 375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38750" y="2014686"/>
            <a:ext cx="0" cy="2028379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2243286"/>
            <a:ext cx="3186684" cy="237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spcAft>
                <a:spcPts val="1200"/>
              </a:spcAft>
              <a:buNone/>
            </a:pPr>
            <a:r>
              <a:rPr lang="en-US" sz="15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Helps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5486400" y="2633365"/>
            <a:ext cx="3124200" cy="11811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dependency chains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ownership visible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analysis support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navigate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Store Locally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169045"/>
            <a:ext cx="4152900" cy="3719959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188095"/>
            <a:ext cx="41529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167" y="151194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609600" y="19934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3363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Authoritative source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controlled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curated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33650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7079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specifications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conventions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86300" y="1169045"/>
            <a:ext cx="4152900" cy="3719959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86300" y="1188095"/>
            <a:ext cx="4152900" cy="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5667" y="151194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Data</a:t>
            </a:r>
            <a:endParaRPr lang="en-US" sz="2160" dirty="0"/>
          </a:p>
        </p:txBody>
      </p:sp>
      <p:sp>
        <p:nvSpPr>
          <p:cNvPr id="14" name="Text 12"/>
          <p:cNvSpPr/>
          <p:nvPr/>
        </p:nvSpPr>
        <p:spPr>
          <a:xfrm>
            <a:off x="4991100" y="19934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Characteristics: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91100" y="23363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from systems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Refreshable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be stale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91100" y="336500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91100" y="3707904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snapshots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 status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deployment logs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Data Fresh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200"/>
            <a:ext cx="85344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0156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156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156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all changes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327350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7907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57907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Reviews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7907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updates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45101" y="1480691"/>
            <a:ext cx="248915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5657" y="1671191"/>
            <a:ext cx="222803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5657" y="2280791"/>
            <a:ext cx="222803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75657" y="2532162"/>
            <a:ext cx="2228037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checks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09600" y="3143250"/>
            <a:ext cx="384810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6567" y="3333750"/>
            <a:ext cx="36141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6567" y="3943350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567" y="4194721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owner per inventory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686300" y="3143250"/>
            <a:ext cx="3848100" cy="1433959"/>
          </a:xfrm>
          <a:prstGeom prst="roundRect">
            <a:avLst>
              <a:gd name="adj" fmla="val 3985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3267" y="3333750"/>
            <a:ext cx="361416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3267" y="3943350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3267" y="4194721"/>
            <a:ext cx="361416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2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8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all changes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2553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Different Things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68016"/>
            <a:ext cx="4152900" cy="3521720"/>
          </a:xfrm>
          <a:prstGeom prst="roundRect">
            <a:avLst>
              <a:gd name="adj" fmla="val 21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1287066"/>
            <a:ext cx="4152900" cy="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4167" y="1610916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Documents</a:t>
            </a:r>
            <a:endParaRPr lang="en-US" sz="2160" dirty="0"/>
          </a:p>
        </p:txBody>
      </p:sp>
      <p:sp>
        <p:nvSpPr>
          <p:cNvPr id="7" name="Text 5"/>
          <p:cNvSpPr/>
          <p:nvPr/>
        </p:nvSpPr>
        <p:spPr>
          <a:xfrm>
            <a:off x="609600" y="20923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480965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lookup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Scannable format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9600" y="350966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600" y="3852565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facts, specifications, and quick answers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4167" y="4233565"/>
            <a:ext cx="3614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complement each other!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6300" y="1450925"/>
            <a:ext cx="4152900" cy="3156049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686300" y="1469975"/>
            <a:ext cx="4152900" cy="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5667" y="1793825"/>
            <a:ext cx="3614166" cy="329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92"/>
              </a:lnSpc>
              <a:spcAft>
                <a:spcPts val="1200"/>
              </a:spcAft>
              <a:buNone/>
            </a:pPr>
            <a:r>
              <a:rPr lang="en-US" sz="216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160" dirty="0"/>
          </a:p>
        </p:txBody>
      </p:sp>
      <p:sp>
        <p:nvSpPr>
          <p:cNvPr id="15" name="Text 13"/>
          <p:cNvSpPr/>
          <p:nvPr/>
        </p:nvSpPr>
        <p:spPr>
          <a:xfrm>
            <a:off x="4991100" y="2275284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96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91100" y="2663875"/>
            <a:ext cx="35433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Explanatory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flow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concepts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91100" y="3692575"/>
            <a:ext cx="36141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91100" y="4035475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understanding, learning, and context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518807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&amp; What to Avoid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691580"/>
            <a:ext cx="4152900" cy="267459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691580"/>
            <a:ext cx="0" cy="2674590"/>
          </a:xfrm>
          <a:prstGeom prst="line">
            <a:avLst/>
          </a:prstGeom>
          <a:noFill/>
          <a:ln w="38100">
            <a:solidFill>
              <a:srgbClr val="5FA8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920180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Do This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1500" y="2346871"/>
            <a:ext cx="3657600" cy="17907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small, expand based on usage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data easily searchable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examples in reference data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data schema itself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close to the code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updates where possible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86300" y="1710630"/>
            <a:ext cx="4152900" cy="2636490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05350" y="1710630"/>
            <a:ext cx="0" cy="263649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3000" y="1939230"/>
            <a:ext cx="3730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Avoid This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53000" y="2365921"/>
            <a:ext cx="3657600" cy="1752600"/>
          </a:xfrm>
          <a:prstGeom prst="rect">
            <a:avLst/>
          </a:prstGeom>
          <a:noFill/>
          <a:ln/>
        </p:spPr>
        <p:txBody>
          <a:bodyPr wrap="square" lIns="72390" tIns="0" rIns="0" bIns="0" rtlCol="0" anchor="t"/>
          <a:lstStyle/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comprehensive inventories no one maintains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Duplicating data better queried live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data ownership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versioning strategy</a:t>
            </a:r>
            <a:endParaRPr lang="en-US" sz="1350" dirty="0"/>
          </a:p>
          <a:p>
            <a:pPr algn="l" marL="72390" indent="-7239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complex schemas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375" y="304800"/>
            <a:ext cx="0" cy="3810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3048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 Principles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19200"/>
            <a:ext cx="8534400" cy="22479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447800"/>
            <a:ext cx="8077200" cy="1790700"/>
          </a:xfrm>
          <a:prstGeom prst="rect">
            <a:avLst/>
          </a:prstGeom>
          <a:noFill/>
          <a:ln/>
        </p:spPr>
        <p:txBody>
          <a:bodyPr wrap="square" lIns="80010" tIns="0" rIns="0" bIns="0" rtlCol="0" anchor="t"/>
          <a:lstStyle/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data stores are force multipliers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format for your data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beats derived data for references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is critical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it simple and searchable</a:t>
            </a:r>
            <a:endParaRPr lang="en-US" sz="1350" dirty="0"/>
          </a:p>
          <a:p>
            <a:pPr algn="l" marL="80010" indent="-8001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everything</a:t>
            </a:r>
            <a:endParaRPr lang="en-US" sz="1350" dirty="0"/>
          </a:p>
        </p:txBody>
      </p:sp>
      <p:pic>
        <p:nvPicPr>
          <p:cNvPr id="6" name="Image 0" descr="/tmp/rasterized-gradient-dc1632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588990"/>
            <a:ext cx="8534400" cy="11363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2628" y="3809851"/>
            <a:ext cx="8238744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28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02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COMING UP: SESSION 5</a:t>
            </a:r>
            <a:endParaRPr lang="en-US" sz="1020" dirty="0"/>
          </a:p>
        </p:txBody>
      </p:sp>
      <p:sp>
        <p:nvSpPr>
          <p:cNvPr id="8" name="Text 5"/>
          <p:cNvSpPr/>
          <p:nvPr/>
        </p:nvSpPr>
        <p:spPr>
          <a:xfrm>
            <a:off x="452628" y="4021485"/>
            <a:ext cx="8238744" cy="292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04"/>
              </a:lnSpc>
              <a:spcAft>
                <a:spcPts val="360"/>
              </a:spcAft>
              <a:buNone/>
            </a:pPr>
            <a:r>
              <a:rPr lang="en-US" sz="1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Patterns</a:t>
            </a:r>
            <a:endParaRPr lang="en-US" sz="1920" dirty="0"/>
          </a:p>
        </p:txBody>
      </p:sp>
      <p:sp>
        <p:nvSpPr>
          <p:cNvPr id="9" name="Text 6"/>
          <p:cNvSpPr/>
          <p:nvPr/>
        </p:nvSpPr>
        <p:spPr>
          <a:xfrm>
            <a:off x="452628" y="4359622"/>
            <a:ext cx="82387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Live Queries vs Local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4: Local Data Stores</dc:title>
  <dc:subject>Building Searchable Inventories and Reference Data</dc:subject>
  <dc:creator>CE101</dc:creator>
  <cp:lastModifiedBy>CE101</cp:lastModifiedBy>
  <cp:revision>1</cp:revision>
  <dcterms:created xsi:type="dcterms:W3CDTF">2025-11-08T17:17:01Z</dcterms:created>
  <dcterms:modified xsi:type="dcterms:W3CDTF">2025-11-08T17:17:01Z</dcterms:modified>
</cp:coreProperties>
</file>