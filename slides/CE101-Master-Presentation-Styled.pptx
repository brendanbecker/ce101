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19113" y="1782812"/>
            <a:ext cx="0" cy="1501676"/>
          </a:xfrm>
          <a:prstGeom prst="line">
            <a:avLst/>
          </a:prstGeom>
          <a:noFill/>
          <a:ln w="123825">
            <a:solidFill>
              <a:srgbClr val="F9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4926" y="1782812"/>
            <a:ext cx="800891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101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34926" y="2497187"/>
            <a:ext cx="80089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Writing Prompts, Start Engineering Context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4926" y="3027313"/>
            <a:ext cx="80089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guide for SREs and DevOps engineers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Engineering?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of providing AI assistants with the right information, in the right format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026301" cy="135031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about writing clever prompts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building systems that give AI what it needs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structure and organization over prompt engineering tricks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AI's job easy by providing clear, organized context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ambiguity through intentional structure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environment tell the 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modules designed for SRE teams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Foundational principles and four context strategies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Organization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Structure as context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When and why to use Model Context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51" y="1932087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 Orchestration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Managing multiple specialized 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451" y="2165598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and Anti-Patterns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Real workflows and critical mistakes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2220962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Core Concepts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Context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ways to provide information to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Context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Information in the conversation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Context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Directory structure and organization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Context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Where you start the 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51" y="1932087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Context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APIs and live data 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451" y="2165598"/>
            <a:ext cx="8026301" cy="88329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prompts, file contents, code snippets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hierarchy conveys purpose and relationships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provides immediate scope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servers, databases, cloud inventories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you provide directly in the conversation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Specific tasks requiring focused, immediate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35031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questions you ask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contents you share or paste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snippets and error messages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excerpts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traces and log entries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values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directory structure tells a story without words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Navigating large codebases and understanding system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organization creates implicit context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files grouped together teach relationships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patterns establish conventions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sessions in the right place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sets scope automatically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names and paths convey meaning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backup-postgres-prod.sh vs script.sh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start matters more than you think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/company/SRE/helm/charts/my-service/: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/: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immediately knows: SRE work, Helm deployment, specific service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explain what you're working 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free and automatic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scoped to relevant files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no context about your intent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to search entire filesystem to understand scope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ambiguity, slower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and runtime information from external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Tasks requiring current state or live system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Higher context cost for persistent availability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for APIs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repositories and pull requests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tickets and Azure DevOps work items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resources (Azure, AWS, GCP)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for current state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 resources and status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resource inventories and configurations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Space Jam Theory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can dream it, you can do it"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 through AI-assisted exploration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self-limit based on perceived complexity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Unfamiliar tool? AI can guide you through it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language? Learn while building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help with unfamiliar tools and languages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 while accomplishing the task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learning and doing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uncertainty - it triggers better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Accountability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responsible for what runs in 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read production. You execute against production.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generates, you verify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understand every change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shortcuts on code review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wrote it" is never an excuse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what runs under your credentials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your professional standards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your testing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Natural Language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like you're explaining to a knowledgeable colleague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conversational and comprehensive.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these elements: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is valuable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Saying "I'm not sure about X" triggers explanations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11680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trying to accomplish (the goal)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know and what you're unsure about (your current understanding)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already tried (eliminate dead ends)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relevant information is located (files, directories, documentation)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 (clear exit criteria)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Meeseeks Theory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"Oooohh! Can Do!" - AI does exactly what you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what you want, not just that you want something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 isn't hallucination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will enthusiastically do precisely what you requested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that's not what you actually wanted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requests get literal (but useless) results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the config" → Which config? How? What's broken?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"Update the script" → Which script? Update to do what?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context engineering matters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2220962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Filesystem Organization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for humans AND AI comprehension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teaches without explanation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 by purpose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together, infrastructure together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concerns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naming conventions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that AI can recognize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locations for common files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hierarchy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Poor Organization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147116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1471166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stuff/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file1.yaml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951" y="165749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9951" y="183505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thing.tf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9951" y="201260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backup-old.yaml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9951" y="219015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451" y="2545407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451" y="2778919"/>
            <a:ext cx="8026301" cy="111680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about purpose or relationships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organization or hierarchy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what's current vs deprecated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tell production from test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AI to read every file to understand anything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Good Organization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111606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1116062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/company/SRE/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helm/charts/user-api/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terraform/azure-infrastructure/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951" y="165749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scripts/backups/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9951" y="183505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docs/runbooks/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451" y="219030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451" y="2423815"/>
            <a:ext cx="8026301" cy="64978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purpose from directory names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navigation and discovery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context from location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Location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first, then start AI session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Start in / then ask "update the helm chart"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cd /company/SRE/helm/charts/user-api/ then ask "update resource limits"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directory path is free, high-quality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searches entire filesystem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helm charts found - which one?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time and context tokens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intent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exactly which chart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relevant files only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accurate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Naming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descriptive and consistent - names are documentation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manifests: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names prevent questions before they're asked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026301" cy="121726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backup-postgres-production.sh - Clear purpose and target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script.sh - No information conveyed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user-api-deployment.yaml - Service and resource type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deploy.yaml - Ambiguous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azure-prod-networking.tf - Cloud, environment, component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main.tf - Generic and unhelpful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2220962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MCP Servers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MCP Servers?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to external systems and APIs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extend AI capabilities beyond local 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consideration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Every MCP server has a context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integration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access, PR management, issue tracking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 APIs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resources, AWS infrastructure, GCP services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tracking systems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tickets, Azure DevOps work items, GitHub Issues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and data sources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MCP Servers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when you have specific, recurring needs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reasons to install: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reasons to install: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installation beats exploratory accumulation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check PagerDuty 15+ times during on-call shifts"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query Azure resources daily for cost analysis"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update Jira tickets constantly throughout my workflow"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review GitHub PRs multiple times per day"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"Might be useful someday" (then never use it)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"Want to try it out" (then leave it installed forever)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"Everyone else has it installed"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Cost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MCP server consumes context tokens at session 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valuable - don't waste them on unused tools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If you haven't used it in 2 weeks, uninstall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schemas loaded before you type anything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has JSON schema describing parameters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Multiplies quickly across servers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servers × 10 tools each = 100 tool schemas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20-30k tokens before your first prompt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session pays this cost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room for your actual work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review of installed MCP servers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server, ask yourself: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did I last use this?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task required it?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tools do I actually use vs. total provided?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ruthless about removal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You can always reinstall 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266057"/>
            <a:ext cx="8026301" cy="121726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more than 2 weeks ago, consider removal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use doesn't justify permanent install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that task be done another way?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convenience worth the context cost?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2 tools from a 15-tool server?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overhead for low utilization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to MCP Servers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these options before installing MCP servers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CLI tools +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stores and inventories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query + copy/paste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simpler and cheaper than MCP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pods | claude-code "analyze failures"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vm list | claude-code "find oversized VMs"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context, same result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searchable JSON files of cloud resources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locally instead of live API calls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periodically (hourly, daily, weekly)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query in separate terminal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2220962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Multi-Tab Orchestration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Tab, One Job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 of multi-tab orchestration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creates clarity and efficiency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tab has a single, focused purpose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vs implementation vs documentation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analysis vs active changes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context clutter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mixing concerns in one conversation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history for each task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parallel work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Coding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identification for quick navigation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glance tells you the tab's purpose and priority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Active work, making changes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editing, building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changes (after verification)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Read-only investigation and reference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exploration, log analysis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review, research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Long-running reference tabs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Orchestrator-Worker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coordinate multiple tabs effectively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tab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One tab coordinates the overall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tabs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Other tabs do focused, isolated tasks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handoffs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Workers report back when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coordination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Orchestrator synthesizes insights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mid-work handoffs needed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Each tab completes its focus area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266057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tasks for worker tabs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results and findings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final decisions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handles one specific investigation or implementation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independently without cross-contamination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what I found in the database config"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Terraform state shows X"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Multi-Repo Investigation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289158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2891582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1 (Blue): Application code repository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Check connection string configuration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Review connection pool settings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951" y="165749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2 (Blue): Kubernetes manifests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9951" y="183505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Verify database secrets are current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9951" y="201260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Check network policies for database access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9951" y="219015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3 (Blue): Terraform infrastructure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9951" y="236770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Check database firewall 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9951" y="254525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Verify NSG allows application subnet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9951" y="272281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4 (Blue): Network policy repository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9951" y="290036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Review recent policy 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9951" y="3077914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Check for overly restrictive rules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9951" y="3255466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5 (Green): Orchestrator - Root cause 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9951" y="3433018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Aggregate findings from all tabs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9951" y="3610570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Determine fix and coordinate implementation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451" y="396582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Database connection errors in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for Workers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rich context when starting worker tabs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elements to include: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workers everything they need upfront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Workers can complete tasks autonomously without back-and-forth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51" y="1932087"/>
            <a:ext cx="8026301" cy="111680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description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"Investigate why connections to Postgres are failing"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location/directory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/company/SRE/kubernetes/api-service/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files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"Focus on secrets.yaml and deployment.yaml"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trying to accomplish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"Determine if credentials or network config changed"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"Find connection string or confirm it hasn't changed in 2 weeks"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Worktrees for Parallel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200382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2003822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Main repository 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 /company/SRE/helm/charts/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Create worktrees for parallel 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951" y="165749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 worktree add ../charts-worktree-feature-a feature-a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9951" y="183505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 worktree add ../charts-worktree-feature-b feature-b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9951" y="201260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Now you have: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9951" y="219015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Tab 1: /company/SRE/helm/charts/ (main)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9951" y="236770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Tab 2: /company/SRE/helm/charts-worktree-feature-a/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9951" y="254525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Tab 3: /company/SRE/helm/charts-worktree-feature-b/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9951" y="272281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Each tab can work independently without conflicts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451" y="3078063"/>
            <a:ext cx="8026301" cy="40585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8501" y="3078063"/>
            <a:ext cx="0" cy="405854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951" y="320486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 worktree remove ../charts-worktree-feature-a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451" y="3560118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same repository in multiple tabs simultaneously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451" y="3793629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when done: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Resume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context across days or weeks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 serves both AI memory and human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 is valuable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your discoveries and decisions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the reasoning behind changes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investigative dead-ends (saves re-exploring)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when you need to continue work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multi-day projects seamlessly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context for related follow-up tasks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2220962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Patterns and Anti-Patterns</a:t>
            </a:r>
            <a:endParaRPr 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Pattern: Creation vs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productivity insight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4-7x productivity boost with identical safety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Verification time is constant regardless of who creates. AI eliminates the creation bottleneck while you maintain quality control.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881336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shift from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Manual creator → Expert verifier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51" y="2114848"/>
            <a:ext cx="8026301" cy="416272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AI: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write (hours) + You verify (minutes) = 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total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AI: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writes (minutes) + You verify (same minutes) = 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total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Pattern: Dry-Run Everything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58340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583406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./cleanup-old-logs.sh --dry-run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./restart-pods.sh --dry-run --namespace=production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51" y="1657648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operational scripts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1868984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operational script must have: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080320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29165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production scripts without dry-run testing is professional negligence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451" y="2502991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-dry-run flag that's easy to use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output showing what WOULD happen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"Would delete 47 log files older than 30 days"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"Would restart 3 pods: api-1, api-2, api-3"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path as real execution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uses identical logic, just skips execution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bugs before production impact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Pattern: Progressive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→ Staging → Production deployment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Development environment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Staging environment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Production execution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task requirements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automation with AI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dry-run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issues in safe environment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until confident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production-like conditions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data volumes and configurations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Pattern: Read vs Execute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boundaries for production access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READ from production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GENERATE scripts and changes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should NOT EXECUTE against production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prepares, you verify and execute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files, configurations, resource state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to running systems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troubleshooting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Automation, fixes, configurations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before execution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accountability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execute after thorough review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Pattern: Emergency Rollback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23589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2358926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1 (Red): Execute rollback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Immediate action to restore service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Run verified rollback procedure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951" y="165749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Monitor recovery 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9951" y="183505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2 (Yellow): Document actions in real-time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9951" y="201260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Timestamp every 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9951" y="219015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Capture commands executed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9951" y="236770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Note any unexpected behavior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9951" y="2545259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 3 (Blue): Root cause investigation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9951" y="2722811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What triggered the need for rollback?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9951" y="290036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Analyze logs and recent 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9951" y="3077914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Prepare incident report 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451" y="3433167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rollback with parallel documentation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451" y="3666679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concerns enable parallel work during incidents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451" y="3900190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Tab 2 provides timeline for postmortem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Pattern: Configuration Validator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58340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583406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AI generates this validation 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./validate-config.sh --env=all --show-diff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51" y="1657648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consistency across all environments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451" y="1891159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deploying configuration changes: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451" y="2124670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current values in all environments (dev, staging, prod)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451" y="2358182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Validate consistent structure across environments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451" y="259169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production has higher resource limits than staging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451" y="282520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Verify no missing required fields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451" y="3058716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Generate helm template output for each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451" y="3292227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Diff outputs to confirm only intended changes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451" y="3525738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451" y="3759250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configuration drift and errors before they reach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Pattern: The Handoff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work seamlessly in fresh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context fills up (typically 40-60% full):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Ask: "Give me a handoff prompt for a new session"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generates comprehensive summary including: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Copy handoff prompt to new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Continue seamlessly with fresh token budget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26605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AI understands its own context better than you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47739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Don't wait until 100% - handoff early for smoother transitions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451" y="2688729"/>
            <a:ext cx="8026301" cy="79459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accomplished so far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and decisions made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still needs to be done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file locations and context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Vague File 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absolute paths in requests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references (ambiguous, slow):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paths (precise, fast):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the config file" - Which one?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"Update the deployment" - Which deployment?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"Look at the logs" - Where are they?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/company/SRE/terraform/azure/main.tf"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"Update /company/SRE/helm/charts/api/values/prod.yaml"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"Look at /var/log/api-service/error.log"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ambiguity about which file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The Everything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 trying to do everything at once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Single tab handling: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- Separate tabs: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tab, one job - always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+ Implementation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Documentation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updates + Runbook creation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+ Fixing + Reporting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pollution - unrelated history mixed together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resume specific tasks cleanly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handoff parts to colleagues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Blind Trust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powerful but not infallible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trust approaches: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verification approaches: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expertise validates AI output, not replaces your judgment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scripts without reading them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peer review because "AI wrote it"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without testing in non-prod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wrote it so it must be fine"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understand all generated code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understand it, don't run it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non-prod environments first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Over-Installing MCP Servers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pollution from unused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Installing "just to try" then forgetting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installation strategy: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audit ritual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Remove servers unused in 2+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Uninstalling is easy, context waste is permanent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10+ servers over time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2-3 regularly, 7+ never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30k token cost every session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space for actual work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recurring task identified first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to query Azure daily"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used weekly (minimum)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No Handoff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fills up, lose all work 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Work until context crashes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handoff at 40-60% context: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prompts are better than human summaries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026301" cy="142860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hits 100% context limit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to start completely from scratch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investigation history and decisions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work unnecessarily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handoff prompt before crisis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session with full context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continuation with room to work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Starting in Wrong Directory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026301" cy="76095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501" y="998041"/>
            <a:ext cx="0" cy="760958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124843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 /company/SRE/helm/charts/user-api/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9951" y="1302395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NOW start AI session and ask: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951" y="1479947"/>
            <a:ext cx="783706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"update resource limits to match new instance size"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451" y="1835200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provides free, high-quality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451" y="206871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Start in / then ask "update helm chart"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451" y="2302222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Navigate first, then 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451" y="2535734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must search entire filesystem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files to consider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finds multiple helm charts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do you mean?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responses, more ambiguity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clarification rounds needed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context tokens on search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Productivity Multiplier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combine these core patterns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vs Verification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(4-7x faster creation)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Everything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(catch errors before production)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Verification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(dev → staging → prod safety)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26605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47739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vs Execute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 prepares, you control execution)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451" y="268872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4-7x productivity without sacrificing safety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451" y="290006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insight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Verification time is constant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451" y="311140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AI eliminates creation bottleneck while you maintain quality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451" y="332273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shift from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Manual creator → Expert verifier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Mistakes for Beginners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these five first - highest impact fixes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37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file references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451" y="1420713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wrong directory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632049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trust in AI outputs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1843385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everything tab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2054721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dry-run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51" y="2266057"/>
            <a:ext cx="818682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these five, see immediate productivity gains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477393"/>
            <a:ext cx="8026301" cy="10059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absolute paths always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before starting session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everything, maintain review standards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tab, one job - always</a:t>
            </a:r>
            <a:endParaRPr lang="en-US" sz="1100" dirty="0"/>
          </a:p>
          <a:p>
            <a:pPr algn="l" marL="139700" indent="-139700">
              <a:lnSpc>
                <a:spcPts val="126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operational scripts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writing prompts, start engineering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is about making the AI's job easy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026301" cy="135031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 multiple tabs for complex work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is context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Organize logically, start in the right place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cheap, clarity is expensive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 isolation over compression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accountable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AI generates, you verify and execute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everything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Safety is mandatory, not optional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verification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Dev → Staging → Production always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- Start small: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 - Build habits: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learnings with your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practical pattern with a real work task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dry-run flag in one operational script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MCP server installations (remove unused)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one session in the correct directory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progressive verification (dev → staging → prod)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handoff habits (don't wait for 100% context)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 your tabs consistently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Resources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 available: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way to learn: Practice on real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is a practice, not a destination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026301" cy="158382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Card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One-page cheat sheet for daily use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Exercises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Hands-on practice activities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Copy-paste starting points for common tasks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small, low-risk tasks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habits incrementally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patterns that work with teammates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 your approach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is about making the agent's job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agent is struggling or giving poor results: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managing humans: clear communication = good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managing humans: AI never gets tired of detailed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51" y="1932087"/>
            <a:ext cx="8026301" cy="88329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probably didn't provide enough context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specificity, more file paths, more explanation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know AND what you're unsure about</a:t>
            </a:r>
            <a:endParaRPr lang="en-US" sz="1200" dirty="0"/>
          </a:p>
          <a:p>
            <a:pPr algn="l" marL="139700" indent="-1397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examples of what you want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457200"/>
            <a:ext cx="81868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451" y="998041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attending Context Engineering 101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451" y="1231553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451" y="1465064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these principles to your work this week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51" y="1698575"/>
            <a:ext cx="81868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engineering context, not writing prompts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101</dc:title>
  <dc:subject>AI Coding Assistant Training for SREs and DevOps</dc:subject>
  <dc:creator>CE101 Training</dc:creator>
  <cp:lastModifiedBy>CE101 Training</cp:lastModifiedBy>
  <cp:revision>1</cp:revision>
  <dcterms:created xsi:type="dcterms:W3CDTF">2025-11-10T03:45:23Z</dcterms:created>
  <dcterms:modified xsi:type="dcterms:W3CDTF">2025-11-10T03:45:23Z</dcterms:modified>
</cp:coreProperties>
</file>