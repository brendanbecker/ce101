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3630" y="1085850"/>
            <a:ext cx="59167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6: Practical Patterns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50931" y="2838450"/>
            <a:ext cx="68419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Workflows and Battle-Tested Approaches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326292" y="3752850"/>
            <a:ext cx="24912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 • SRE Excellence Series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39930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6750" y="952500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2162175"/>
            <a:ext cx="78105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SRE workflows with AI assistance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patterns that work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 with AI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workflows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generation patterns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265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Investigation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9429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Four-Tab Orchestration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476375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050" y="163830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50" y="191452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pattern detection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381250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050" y="254317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Documentation Reference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050" y="281940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and known issues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286125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1050" y="344805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Fix Implementation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050" y="372427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changes and testing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4191000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50" y="435292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Post-Mortem Writing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050" y="462915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learning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64705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Investigation: Key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609725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symptom description in all tabs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log analysis to narrow scope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local runbooks for known patterns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fix implementation from exploration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decisions and rationale in real-time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629025"/>
            <a:ext cx="8001000" cy="876300"/>
          </a:xfrm>
          <a:prstGeom prst="roundRect">
            <a:avLst>
              <a:gd name="adj" fmla="val 8696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3629025"/>
            <a:ext cx="0" cy="8763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381952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Time-Saving Tip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412432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symptom context consistent across all tabs to maintain focus and enable cross-referencing.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7994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Service Setup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191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Four-Phase Approach</a:t>
            </a:r>
            <a:endParaRPr lang="en-US" sz="1350" dirty="0"/>
          </a:p>
        </p:txBody>
      </p:sp>
      <p:pic>
        <p:nvPicPr>
          <p:cNvPr id="5" name="Image 0" descr="/tmp/rasterized-gradient-2a6e8b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52575"/>
            <a:ext cx="8001000" cy="7524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" y="169545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Architecture Research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" y="197167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services, patterns, best practices</a:t>
            </a:r>
            <a:endParaRPr lang="en-US" sz="1050" dirty="0"/>
          </a:p>
        </p:txBody>
      </p:sp>
      <p:pic>
        <p:nvPicPr>
          <p:cNvPr id="8" name="Image 1" descr="/tmp/rasterized-gradient-043e4c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19350"/>
            <a:ext cx="8001000" cy="7524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100" y="256222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Boilerplate Generation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0100" y="283845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structure, configuration</a:t>
            </a:r>
            <a:endParaRPr lang="en-US" sz="1050" dirty="0"/>
          </a:p>
        </p:txBody>
      </p:sp>
      <p:pic>
        <p:nvPicPr>
          <p:cNvPr id="11" name="Image 2" descr="/tmp/rasterized-gradient-51082b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86125"/>
            <a:ext cx="8001000" cy="7524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0100" y="342900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Configuration Setup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0100" y="370522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monitoring, CI/CD</a:t>
            </a:r>
            <a:endParaRPr lang="en-US" sz="1050" dirty="0"/>
          </a:p>
        </p:txBody>
      </p:sp>
      <p:pic>
        <p:nvPicPr>
          <p:cNvPr id="14" name="Image 3" descr="/tmp/rasterized-gradient-a7570bd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52900"/>
            <a:ext cx="8001000" cy="7524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100" y="429577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Documentation Creation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00100" y="457200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runbooks, team docs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60041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Service Setup: Key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8112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for Success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914525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local service inventory for consistency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from templates, then customize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team standards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monitoring from day one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parallel to development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933825"/>
            <a:ext cx="8001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412432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Practice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439102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infrastructure and monitoring as first-class deliverables, not afterthoughts.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3240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Change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9429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Four-Step Safety Pattern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476375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050" y="163830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Impact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50" y="191452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Dependencies, affected services, risks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381250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050" y="254317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Change Implementation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1050" y="281940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Terraform/code changes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286125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1050" y="3448050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Testing and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050" y="3724275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review, dry runs, canary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4191000"/>
            <a:ext cx="8001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50" y="4352925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Rollback Planning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050" y="4629150"/>
            <a:ext cx="7733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modes, recovery steps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67231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Changes: Key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4001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Safety-First Checklist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933575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impact analysis from dependency maps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for plan review and risk identification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rollback scripts before deploying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expected vs actual outcomes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validation checks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952875"/>
            <a:ext cx="8001000" cy="800100"/>
          </a:xfrm>
          <a:prstGeom prst="roundRect">
            <a:avLst>
              <a:gd name="adj" fmla="val 9524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4124325"/>
            <a:ext cx="78112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Critical Reminder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2950" y="4391025"/>
            <a:ext cx="78112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have a tested rollback plan ready before executing any infrastructure change.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8681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Code Review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704975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Review Dimensions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2383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050" y="2428875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Pattern Matching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50" y="27336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standards and best practices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22383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95850" y="2428875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5850" y="27336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Vulnerabilities, auth patterns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3432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1050" y="3533775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Performance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050" y="38385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Complexity, resource usage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6300" y="3343275"/>
            <a:ext cx="38862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95850" y="3533775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Documentation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5850" y="3838575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clarity, comments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0520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Review: Key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33525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team standards as context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separate tabs for different review aspects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constructive feedback templates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with local pattern library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AI on mechanical checks, keep human judgment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552825"/>
            <a:ext cx="8001000" cy="1028700"/>
          </a:xfrm>
          <a:prstGeom prst="roundRect">
            <a:avLst>
              <a:gd name="adj" fmla="val 7407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3552825"/>
            <a:ext cx="0" cy="102870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050" y="3724275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050" y="4029075"/>
            <a:ext cx="777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"Review this PR against our security checklist for authentication patterns, focusing on token handling and session management."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4892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Debugging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240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6642" y="16287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6850" y="164782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and document symptoms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1145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642" y="22193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6850" y="223837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relevant logs and metrics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7051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6642" y="28098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6850" y="282892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hypotheses with AI assistance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" y="329565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6642" y="34004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6850" y="341947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hypotheses systematically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" y="38862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6642" y="39909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6850" y="4010025"/>
            <a:ext cx="7247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findings and fix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9750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Documentation 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733550"/>
            <a:ext cx="3771900" cy="1885950"/>
          </a:xfrm>
          <a:prstGeom prst="roundRect">
            <a:avLst>
              <a:gd name="adj" fmla="val 4040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1733550"/>
            <a:ext cx="0" cy="188595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92405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Generate with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" y="2247900"/>
            <a:ext cx="3352800" cy="1181100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docs from code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from incidents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Changelogs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references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00600" y="1733550"/>
            <a:ext cx="3771900" cy="1885950"/>
          </a:xfrm>
          <a:prstGeom prst="roundRect">
            <a:avLst>
              <a:gd name="adj" fmla="val 404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19650" y="1733550"/>
            <a:ext cx="0" cy="188595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924050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 Write Manually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47900"/>
            <a:ext cx="3352800" cy="1181100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rationale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philosophy</a:t>
            </a:r>
            <a:endParaRPr lang="en-US" sz="1350" dirty="0"/>
          </a:p>
          <a:p>
            <a:pPr algn="l" marL="91440" indent="-9144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1490" y="4448175"/>
            <a:ext cx="8161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approach: AI generates draft, human refines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790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for SRE Tasks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28700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Prompt Patterns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562100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2950" y="16954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these logs for [specific pattern]..."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500" y="2209800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2950" y="23431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this configuration against [standard]..."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" y="2857500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2950" y="29908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a runbook for [incident type] including..."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1500" y="3505200"/>
            <a:ext cx="8001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FA8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2950" y="36385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change for [security/performance/style]..."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" y="4362450"/>
            <a:ext cx="8001000" cy="533400"/>
          </a:xfrm>
          <a:prstGeom prst="roundRect">
            <a:avLst>
              <a:gd name="adj" fmla="val 14286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2950" y="4533900"/>
            <a:ext cx="78112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Context + Task + Constraints + Format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Techniques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21431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21431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50" y="22574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context bundles for common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7146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0550" y="27146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050" y="28289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prompt templates library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32861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550" y="32861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050" y="34004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artifacts for reusable components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6300" y="21431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05350" y="21431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5850" y="22574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snippet libraries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6300" y="27146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05350" y="27146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5850" y="28289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data gathering scripts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6300" y="3286125"/>
            <a:ext cx="388620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5350" y="3286125"/>
            <a:ext cx="0" cy="4572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5850" y="3400425"/>
            <a:ext cx="3575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decision trees for common scenarios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51977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Patterns Across Teams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904875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081088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and Standardizing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1614488"/>
            <a:ext cx="8001000" cy="1790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 context libraries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proven workflows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prompt templates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directory structures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pattern reviews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633788"/>
            <a:ext cx="8001000" cy="1438275"/>
          </a:xfrm>
          <a:prstGeom prst="roundRect">
            <a:avLst>
              <a:gd name="adj" fmla="val 5298"/>
            </a:avLst>
          </a:prstGeom>
          <a:solidFill>
            <a:srgbClr val="E8E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824288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/team-resources/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52500" y="4062412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75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prompts/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4271963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workflows/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2500" y="4481513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500" y="4691063"/>
            <a:ext cx="7578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standards/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76250"/>
            <a:ext cx="58875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Patterns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6750" y="1076325"/>
            <a:ext cx="9525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1919288"/>
            <a:ext cx="7810500" cy="21717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workflows beat ad-hoc approaches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Multi-tab orchestration for complex tasks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patterns as you discover them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enables automation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 libraries of patterns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improve continuously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0" y="476250"/>
            <a:ext cx="1143000" cy="971550"/>
          </a:xfrm>
          <a:prstGeom prst="roundRect">
            <a:avLst>
              <a:gd name="adj" fmla="val 94118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0594" y="561975"/>
            <a:ext cx="52266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00"/>
              </a:lnSpc>
              <a:buNone/>
            </a:pPr>
            <a:r>
              <a:rPr lang="en-US" sz="4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097433" y="1962150"/>
            <a:ext cx="4948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Up: Session 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99587" y="2876550"/>
            <a:ext cx="63446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4500"/>
              </a:spcAft>
              <a:buNone/>
            </a:pPr>
            <a:r>
              <a:rPr lang="en-US" sz="22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Pitfalls: What to Avoid and How to Fix It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666976" y="4019550"/>
            <a:ext cx="1809899" cy="647700"/>
          </a:xfrm>
          <a:prstGeom prst="roundRect">
            <a:avLst>
              <a:gd name="adj" fmla="val 1176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37497" y="4210050"/>
            <a:ext cx="10688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6: Practical Patterns</dc:title>
  <dc:subject>Real-World Workflows and Battle-Tested Approaches</dc:subject>
  <dc:creator>CE101</dc:creator>
  <cp:lastModifiedBy>CE101</cp:lastModifiedBy>
  <cp:revision>1</cp:revision>
  <dcterms:created xsi:type="dcterms:W3CDTF">2025-11-08T18:40:28Z</dcterms:created>
  <dcterms:modified xsi:type="dcterms:W3CDTF">2025-11-08T18:40:28Z</dcterms:modified>
</cp:coreProperties>
</file>