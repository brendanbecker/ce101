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88789" cy="342900"/>
          </a:xfrm>
          <a:prstGeom prst="roundRect">
            <a:avLst>
              <a:gd name="adj" fmla="val 1111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7422" y="361950"/>
            <a:ext cx="415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79876" y="1962150"/>
            <a:ext cx="858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5: Integration Patterns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947601" y="2838450"/>
            <a:ext cx="52487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Live Queries vs Local Data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3716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286000"/>
            <a:ext cx="8001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queries vs cached data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in context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and monitoring data integration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freshness, speed, and cost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077" y="571500"/>
            <a:ext cx="878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vs Static Context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71575" y="1752600"/>
            <a:ext cx="6800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integration pattern depends on data characteristics and use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81300" y="316230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66542" y="33185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71775" y="426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pic>
        <p:nvPicPr>
          <p:cNvPr id="7" name="Image 0" descr="/tmp/rasterized-gradient-e2b7e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3848100"/>
            <a:ext cx="762000" cy="38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10200" y="316230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95442" y="33185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00675" y="426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00100"/>
            <a:ext cx="63830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Query Live vs Use Local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6690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D4F1F4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8675" y="216217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Freshness + Low Cost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8675" y="250507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86300" y="186690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FFE5D9"/>
          </a:solidFill>
          <a:ln w="28575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3475" y="216217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Freshness + High Cost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43475" y="250507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Hybrid/Cached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21945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E8F1F5"/>
          </a:solidFill>
          <a:ln w="28575">
            <a:solidFill>
              <a:srgbClr val="5A7A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8675" y="351472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Freshness + Low Cost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8675" y="385762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Either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6300" y="321945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FFF0ED"/>
          </a:solidFill>
          <a:ln w="28575">
            <a:solidFill>
              <a:srgbClr val="D883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43475" y="351472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Freshness + High Cost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43475" y="385762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Local/Snapshot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7750"/>
            <a:ext cx="4886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Trade-offs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 Queries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fresh data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latency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apply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147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623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 Snapshots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23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access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stale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579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055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Hybrid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55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complexity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strategy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fallbacks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7750"/>
            <a:ext cx="48286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Query Live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962150"/>
            <a:ext cx="36004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 state inspection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database schema validation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log entries (less than 1 hour)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 and alerts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 investigation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476750" y="1962150"/>
            <a:ext cx="4095750" cy="2133600"/>
          </a:xfrm>
          <a:prstGeom prst="roundRect">
            <a:avLst>
              <a:gd name="adj" fmla="val 357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95800" y="1962150"/>
            <a:ext cx="0" cy="213360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3450" y="222885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1915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Local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33550"/>
            <a:ext cx="36004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examples and schemas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log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documentation and runbooks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templates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 catalogs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476750" y="1733550"/>
            <a:ext cx="4095750" cy="259080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95800" y="1733550"/>
            <a:ext cx="0" cy="25908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3450" y="200025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81025"/>
            <a:ext cx="4595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Within Constraints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533525"/>
            <a:ext cx="3322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Rate-Limited APIs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952625"/>
            <a:ext cx="32575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frequently accessed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requests when possible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webhooks instead of polling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exponential backoff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quota usage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33850" y="1495425"/>
            <a:ext cx="4438650" cy="3067050"/>
          </a:xfrm>
          <a:prstGeom prst="roundRect">
            <a:avLst>
              <a:gd name="adj" fmla="val 248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62450" y="1762125"/>
            <a:ext cx="40610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PATTERN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09650"/>
            <a:ext cx="4342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Data Freshness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0955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Stale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2514600"/>
            <a:ext cx="38481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all cached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refresh policies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first use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local with live validation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staleness thresholds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924050"/>
            <a:ext cx="384810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72050" y="2209800"/>
            <a:ext cx="34198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AGING TIMELINE</a:t>
            </a:r>
            <a:endParaRPr lang="en-US" sz="1050" dirty="0"/>
          </a:p>
        </p:txBody>
      </p:sp>
      <p:pic>
        <p:nvPicPr>
          <p:cNvPr id="7" name="Image 0" descr="/tmp/rasterized-gradient-c7df64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2552700"/>
            <a:ext cx="28575" cy="133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4450" y="25527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(0-5 min)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24450" y="27432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immediately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4450" y="30480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FA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(5-60 min)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4450" y="32385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caution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4450" y="35433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(60+ min)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24450" y="37338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required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143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0955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for Working with Large Datasets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2514600"/>
            <a:ext cx="38481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before including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representative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pagination and filters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raw data locally, summarize for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full data instead of embedding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2057400"/>
            <a:ext cx="3848100" cy="761851"/>
          </a:xfrm>
          <a:prstGeom prst="roundRect">
            <a:avLst>
              <a:gd name="adj" fmla="val 10002"/>
            </a:avLst>
          </a:prstGeom>
          <a:solidFill>
            <a:srgbClr val="FFE5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43450" y="2057400"/>
            <a:ext cx="0" cy="76185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2247900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4900" y="2484090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10,000 log lines directly into context window (5MB+)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4400" y="2971651"/>
            <a:ext cx="3848100" cy="944612"/>
          </a:xfrm>
          <a:prstGeom prst="roundRect">
            <a:avLst>
              <a:gd name="adj" fmla="val 8067"/>
            </a:avLst>
          </a:prstGeom>
          <a:solidFill>
            <a:srgbClr val="D4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3450" y="2971651"/>
            <a:ext cx="0" cy="944612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900" y="3162151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4900" y="3398341"/>
            <a:ext cx="357530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127 errors (95% timeouts), 3 unique patterns. Full logs: /data/logs/2024-01.txt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143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668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Integration Approaches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4859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7716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Tools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20764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kubectl, aws-cli, curl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6670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29527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Formatting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32575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jq, yq, grep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38481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9150" y="41338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Scripts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9150" y="44386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gathering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6300" y="1028700"/>
            <a:ext cx="3886200" cy="4000500"/>
          </a:xfrm>
          <a:prstGeom prst="roundRect">
            <a:avLst>
              <a:gd name="adj" fmla="val 196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12954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COMMANDS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470720"/>
            <a:ext cx="52560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Log Analysis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5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Recent Logs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45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050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60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90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590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Analyze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95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0" y="2385120"/>
            <a:ext cx="1333500" cy="1287512"/>
          </a:xfrm>
          <a:prstGeom prst="roundRect">
            <a:avLst>
              <a:gd name="adj" fmla="val 5918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73581" y="2567880"/>
            <a:ext cx="987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Compare Known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3581" y="32993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0" y="2385120"/>
            <a:ext cx="1333500" cy="1287512"/>
          </a:xfrm>
          <a:prstGeom prst="roundRect">
            <a:avLst>
              <a:gd name="adj" fmla="val 5918"/>
            </a:avLst>
          </a:prstGeom>
          <a:solidFill>
            <a:srgbClr val="8FAA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88081" y="2567880"/>
            <a:ext cx="987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Snapshot Relevant Logs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88081" y="32993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85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295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025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Analyze with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25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80268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3276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Pattern Strategy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851868"/>
            <a:ext cx="36004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local baseline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live for deltas and changes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local cache periodically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as fallback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76750" y="1394668"/>
            <a:ext cx="4095750" cy="3268563"/>
          </a:xfrm>
          <a:prstGeom prst="roundRect">
            <a:avLst>
              <a:gd name="adj" fmla="val 2331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1680418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SERVICE DISCOVERY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2023318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38688" y="2023318"/>
            <a:ext cx="0" cy="716161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5375" y="2175718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05375" y="2396579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services, endpoints, schemas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4400" y="2861370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38688" y="2861370"/>
            <a:ext cx="0" cy="716161"/>
          </a:xfrm>
          <a:prstGeom prst="line">
            <a:avLst/>
          </a:prstGeom>
          <a:noFill/>
          <a:ln w="28575">
            <a:solidFill>
              <a:srgbClr val="FF6F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5375" y="3013770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5375" y="3234630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health, recent deployments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24400" y="3699421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38688" y="3699421"/>
            <a:ext cx="0" cy="716161"/>
          </a:xfrm>
          <a:prstGeom prst="line">
            <a:avLst/>
          </a:prstGeom>
          <a:noFill/>
          <a:ln w="28575">
            <a:solidFill>
              <a:srgbClr val="8FA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5375" y="3851821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5375" y="4072682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if API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80120"/>
            <a:ext cx="43233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39452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394520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690" y="159261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Start local, add live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7690" y="1905000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cached data, add queries as needed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86300" y="139452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05350" y="1394520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2490" y="159261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Monitor query costs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22490" y="1905000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API usage and rate limit consumption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56029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2560290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690" y="275838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Cache aggressively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7690" y="307077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stable data, cache with long TTLs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6300" y="256029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05350" y="2560290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2490" y="275838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 refresh strategies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22490" y="307077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cache policies explicit and discoverable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726061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0550" y="3726061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690" y="3924151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Build resilience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7690" y="423654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handle query failures gracefully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6300" y="3726061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3726061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2490" y="3924151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Right tool, right data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22490" y="423654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tools to data types and access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85825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00225"/>
            <a:ext cx="800100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8575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4875" y="2133600"/>
            <a:ext cx="733425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integration pattern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data characteristics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freshness, speed, and cost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are real constraints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work within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approaches often win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complex scenarios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is precious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summarize large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have a fallback strategy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resilience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51435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83989" y="659160"/>
            <a:ext cx="77587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11482" y="1885950"/>
            <a:ext cx="37210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Up: Session 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57350" y="2419350"/>
            <a:ext cx="582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Patterns: Real-World Workflows and Battle-Tested Approaches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00314" y="3867150"/>
            <a:ext cx="1743224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0932" y="4114800"/>
            <a:ext cx="961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 Integration Patterns</dc:title>
  <dc:subject>When to Use Live Queries vs Local Data</dc:subject>
  <dc:creator>CE101</dc:creator>
  <cp:lastModifiedBy>CE101</cp:lastModifiedBy>
  <cp:revision>1</cp:revision>
  <dcterms:created xsi:type="dcterms:W3CDTF">2025-11-08T17:27:35Z</dcterms:created>
  <dcterms:modified xsi:type="dcterms:W3CDTF">2025-11-08T17:27:35Z</dcterms:modified>
</cp:coreProperties>
</file>