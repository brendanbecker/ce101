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7227" y="1524000"/>
            <a:ext cx="3029545" cy="342900"/>
          </a:xfrm>
          <a:prstGeom prst="roundRect">
            <a:avLst>
              <a:gd name="adj" fmla="val 11111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60104" y="1600200"/>
            <a:ext cx="2623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CE101: Context Engineering Fundamentals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3468" y="2324100"/>
            <a:ext cx="76769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7: Common Pitfalls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541462" y="3276600"/>
            <a:ext cx="40609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Avoid and How to Fix It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266950"/>
            <a:ext cx="8001000" cy="14859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common anti-patterns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 of context problems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techniques when things go wrong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to prevent issues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success strategies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Pollution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1455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72415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unrelated contexts in one session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sessions run too long without reset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isolating exploratory work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Accumulating irrelevant history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rasterized-gradient-2469dd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and Recovering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making incorrect assumptions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Re-explaining basics repeatedly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reference wrong context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degradation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Recovery Techniques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with clear context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context summary document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multi-tab isolation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context cleanup cycles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Over-Compression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6494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27454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optimization of context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critical details too early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Sacrificing clarity for brevity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important nuances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36640"/>
            <a:ext cx="5029200" cy="518071"/>
          </a:xfrm>
          <a:prstGeom prst="roundRect">
            <a:avLst>
              <a:gd name="adj" fmla="val 7354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3836640"/>
            <a:ext cx="0" cy="5180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8904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lost in compression is difficult to recover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rasterized-gradient-eb5c11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Less Is Not More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asking for same info repeatedly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missing critical requirements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solutions instead of specific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examples every time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Recovery Strategies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missing context deliberately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concrete examples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exceptions and edge cases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clarity trumps brevity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Under-Documentation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6494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27454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AI knows your conventions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examples in repositories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context for new tasks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README files or outdated ones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36640"/>
            <a:ext cx="5029200" cy="518071"/>
          </a:xfrm>
          <a:prstGeom prst="roundRect">
            <a:avLst>
              <a:gd name="adj" fmla="val 7354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3836640"/>
            <a:ext cx="0" cy="5180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8904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is context for both humans and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rasterized-gradient-66b657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Your Conventions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AI outputs across sessions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the same patterns repeatedly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members struggle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from team standards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Quick Fixes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sprint on high-impact docs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examples directory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template library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"why" not just the "what"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Organization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6494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27454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file placement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naming conventions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README files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logical 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36640"/>
            <a:ext cx="5029200" cy="518071"/>
          </a:xfrm>
          <a:prstGeom prst="roundRect">
            <a:avLst>
              <a:gd name="adj" fmla="val 7354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3836640"/>
            <a:ext cx="0" cy="5180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8904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rasterized-gradient-e7f169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Matters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can't find relevant files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path corrections needed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code scattered everywhere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onboarding new AI sessions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Restructuring Approaches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reorganization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high-traffic areas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standard templates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organization rationale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When to Reset</a:t>
            </a:r>
            <a:endParaRPr lang="en-US" sz="2250" dirty="0"/>
          </a:p>
        </p:txBody>
      </p:sp>
      <p:pic>
        <p:nvPicPr>
          <p:cNvPr id="4" name="Image 0" descr="/tmp/rasterized-gradient-08eea7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49760"/>
            <a:ext cx="3848100" cy="1295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" y="184026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If: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0100" y="2183160"/>
            <a:ext cx="3429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issues, fixable context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work in progress</a:t>
            </a:r>
            <a:endParaRPr lang="en-US" sz="1350" dirty="0"/>
          </a:p>
        </p:txBody>
      </p:sp>
      <p:pic>
        <p:nvPicPr>
          <p:cNvPr id="7" name="Image 1" descr="/tmp/rasterized-gradient-e39f1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497360"/>
            <a:ext cx="3848100" cy="160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3000" y="168786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If: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53000" y="2030760"/>
            <a:ext cx="34290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confusion present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assumptions made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slate needed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71500" y="3554760"/>
            <a:ext cx="8001000" cy="967680"/>
          </a:xfrm>
          <a:prstGeom prst="roundRect">
            <a:avLst>
              <a:gd name="adj" fmla="val 393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62000" y="374526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Checklist: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62000" y="4088160"/>
            <a:ext cx="77724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artifacts → Create context summary → Document lessons → Begin with clear context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Context Quality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Green Flags (Healthy)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requirements immediately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accurate outputs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back-and-forth clarification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previous work correctly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Red Flags (Unhealthy)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explanations needed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assumptions made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outputs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iteration cycles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Starting Work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2000" y="2100263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Pre-Flight Checks: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236" y="2790825"/>
            <a:ext cx="19768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objective defined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67436" y="2790825"/>
            <a:ext cx="22791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context prepared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81236" y="3219450"/>
            <a:ext cx="252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available if needed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67436" y="3219450"/>
            <a:ext cx="22682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accessible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81236" y="3648075"/>
            <a:ext cx="18685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starting location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67436" y="3648075"/>
            <a:ext cx="20742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identified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Patterns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291828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Maintenance Activities: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977628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977628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130028"/>
            <a:ext cx="29424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and update key docs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2712839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0550" y="2712839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865239"/>
            <a:ext cx="24393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Audit context libraries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" y="3448050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3448050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3600450"/>
            <a:ext cx="30720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Reorganize based on usage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1500" y="4183261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0550" y="4183261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4335661"/>
            <a:ext cx="40528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new patterns as discovered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3428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Success Across Teams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79070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Team Adoption: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438400"/>
            <a:ext cx="80010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champions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 stories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shared libraries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knowledge sharing sessions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improvements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and demonstrate value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Know It's Working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23066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878360"/>
            <a:ext cx="80010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useful output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 needed per task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initial attempts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repeated questions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adoption rate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21460"/>
            <a:ext cx="8001000" cy="967680"/>
          </a:xfrm>
          <a:prstGeom prst="roundRect">
            <a:avLst>
              <a:gd name="adj" fmla="val 393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401196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Indicators: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4354860"/>
            <a:ext cx="77724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confidence, reduced frustration, faster onboarding, consistent quality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7897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Context Engineering Journey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7145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5788" y="17145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3425" y="18478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concepts and principles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7145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00588" y="17145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8225" y="18478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Filesystem organization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" y="24003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5788" y="24003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425" y="25336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Multi-tab orchestration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6300" y="24003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00588" y="24003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8225" y="25336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data stores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" y="30861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5788" y="30861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425" y="32194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 patterns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86300" y="30861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0588" y="30861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8225" y="32194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Practical patterns</a:t>
            </a:r>
            <a:endParaRPr lang="en-US" sz="1500" dirty="0"/>
          </a:p>
        </p:txBody>
      </p:sp>
      <p:pic>
        <p:nvPicPr>
          <p:cNvPr id="22" name="Image 0" descr="/tmp/rasterized-gradient-6b21bd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771900"/>
            <a:ext cx="8001000" cy="53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3425" y="3905250"/>
            <a:ext cx="7859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Avoiding pitfalls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702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Principles to Remember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38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" y="1733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is everything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638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1550" y="1733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filesystem is your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209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305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agent, one job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6300" y="2209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81550" y="2305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your ground truth locally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6750" y="2876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integration patterns wisely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6300" y="2781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2876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patterns as discovered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" y="3352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6750" y="3448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context pollution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86300" y="3352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550" y="3448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Clarity trumps brevity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1500" y="3924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6750" y="4019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Organization enables AI effectiveness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86300" y="3924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4019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Iterate and improve continuously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It Forward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38499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070795"/>
            <a:ext cx="80010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one pattern from each session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context library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your workflows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learnings with team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based on results</a:t>
            </a:r>
            <a:endParaRPr lang="en-US" sz="1350" dirty="0"/>
          </a:p>
        </p:txBody>
      </p:sp>
      <p:pic>
        <p:nvPicPr>
          <p:cNvPr id="6" name="Image 0" descr="/tmp/rasterized-gradient-5fbdf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013895"/>
            <a:ext cx="8001000" cy="6209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" y="4204395"/>
            <a:ext cx="77335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Small, consistent improvements compound over time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2055" y="1009650"/>
            <a:ext cx="31198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90329" y="1962150"/>
            <a:ext cx="4363194" cy="41910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79869" y="2038350"/>
            <a:ext cx="39841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CE101: Context Engineering Fundamentals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95622" y="2838450"/>
            <a:ext cx="3352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600"/>
              </a:spcAft>
              <a:buNone/>
            </a:pPr>
            <a:r>
              <a:rPr lang="en-US" sz="22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413793" y="3829050"/>
            <a:ext cx="43164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your learning journey with context engineering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Context Engineering Fundamentals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7: Common Pitfalls</dc:title>
  <dc:subject>What to Avoid and How to Fix It</dc:subject>
  <dc:creator>CE101</dc:creator>
  <cp:lastModifiedBy>CE101</cp:lastModifiedBy>
  <cp:revision>1</cp:revision>
  <dcterms:created xsi:type="dcterms:W3CDTF">2025-11-08T19:11:01Z</dcterms:created>
  <dcterms:modified xsi:type="dcterms:W3CDTF">2025-11-08T19:11:01Z</dcterms:modified>
</cp:coreProperties>
</file>