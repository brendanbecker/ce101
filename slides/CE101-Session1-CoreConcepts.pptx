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0291" y="1539329"/>
            <a:ext cx="592341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18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101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610291" y="2263229"/>
            <a:ext cx="5923419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2400"/>
              </a:spcAft>
              <a:buNone/>
            </a:pPr>
            <a:r>
              <a:rPr lang="en-US" sz="24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1: Core Concepts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91000" y="2994720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10291" y="3337620"/>
            <a:ext cx="59234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Effectively with AI Coding Assistants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80986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Context Engineering?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314450"/>
            <a:ext cx="8229600" cy="1249561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1314450"/>
            <a:ext cx="0" cy="1249561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9150" y="1619250"/>
            <a:ext cx="771410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practice of providing AI assistants with the right information, in the right format, so they can help you accomplish tasks effectively.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868811"/>
            <a:ext cx="2156841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About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588395"/>
            <a:ext cx="39624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clever prompts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Tricking the AI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One-shot queries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24400" y="2868811"/>
            <a:ext cx="2030540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About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24400" y="3588395"/>
            <a:ext cx="3962400" cy="8763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systems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information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collaboration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53853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Context Engineering Matters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314450"/>
            <a:ext cx="3962400" cy="2882801"/>
          </a:xfrm>
          <a:prstGeom prst="roundRect">
            <a:avLst>
              <a:gd name="adj" fmla="val 2643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6192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2305050"/>
            <a:ext cx="247745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Good Context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711351"/>
            <a:ext cx="335280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wrong assumptions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repeat yourself constantly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miss the mark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tasks become frustrating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24400" y="1314450"/>
            <a:ext cx="3962400" cy="2882801"/>
          </a:xfrm>
          <a:prstGeom prst="roundRect">
            <a:avLst>
              <a:gd name="adj" fmla="val 2643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0" y="16192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29200" y="2305050"/>
            <a:ext cx="2117979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Good Context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711351"/>
            <a:ext cx="3352800" cy="11811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understands your needs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flows smoothly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are accurate first time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tasks feel manageable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46982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Context Strategies</a:t>
            </a:r>
            <a:endParaRPr lang="en-US" sz="3150" dirty="0"/>
          </a:p>
        </p:txBody>
      </p:sp>
      <p:pic>
        <p:nvPicPr>
          <p:cNvPr id="4" name="Image 0" descr="/tmp/rasterized-gradient-bffda9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62050"/>
            <a:ext cx="4000500" cy="163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2000" y="1466850"/>
            <a:ext cx="173907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Write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62000" y="1957834"/>
            <a:ext cx="34587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add information to the context window</a:t>
            </a:r>
            <a:endParaRPr lang="en-US" sz="1500" dirty="0"/>
          </a:p>
        </p:txBody>
      </p:sp>
      <p:pic>
        <p:nvPicPr>
          <p:cNvPr id="7" name="Image 1" descr="/tmp/rasterized-gradient-ea6bf58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1162050"/>
            <a:ext cx="4000500" cy="16339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91100" y="1466850"/>
            <a:ext cx="173907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Select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4991100" y="1957834"/>
            <a:ext cx="34587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and retrieve relevant information from available sources</a:t>
            </a:r>
            <a:endParaRPr lang="en-US" sz="1500" dirty="0"/>
          </a:p>
        </p:txBody>
      </p:sp>
      <p:pic>
        <p:nvPicPr>
          <p:cNvPr id="10" name="Image 2" descr="/tmp/rasterized-gradient-89c757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48434"/>
            <a:ext cx="4000500" cy="16339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62000" y="3253234"/>
            <a:ext cx="1875091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Compress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762000" y="3744218"/>
            <a:ext cx="34587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Condense information efficiently without losing key details</a:t>
            </a:r>
            <a:endParaRPr lang="en-US" sz="1500" dirty="0"/>
          </a:p>
        </p:txBody>
      </p:sp>
      <p:pic>
        <p:nvPicPr>
          <p:cNvPr id="13" name="Image 3" descr="/tmp/rasterized-gradient-fe1d751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948434"/>
            <a:ext cx="4000500" cy="16339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91100" y="3253234"/>
            <a:ext cx="173907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4991100" y="3744218"/>
            <a:ext cx="345871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contexts for clarity and specialized focus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af9f4d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1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571500"/>
            <a:ext cx="42068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Write: Create Context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04800" y="1428750"/>
            <a:ext cx="2098548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800" y="1995934"/>
            <a:ext cx="39444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explicit information that the AI needs but doesn't have.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" y="2834134"/>
            <a:ext cx="288550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Examples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4800" y="3401318"/>
            <a:ext cx="386715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files and architecture docs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style guides and patterns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476750" y="1487686"/>
            <a:ext cx="4362450" cy="2426196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95800" y="1487686"/>
            <a:ext cx="0" cy="2426196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43450" y="1716286"/>
            <a:ext cx="1981962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43450" y="2283470"/>
            <a:ext cx="39444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once, reference forever.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43450" y="2550170"/>
            <a:ext cx="3867150" cy="1135112"/>
          </a:xfrm>
          <a:prstGeom prst="roundRect">
            <a:avLst>
              <a:gd name="adj" fmla="val 6713"/>
            </a:avLst>
          </a:prstGeom>
          <a:solidFill>
            <a:srgbClr val="FFFFFF"/>
          </a:solidFill>
          <a:ln w="19050">
            <a:solidFill>
              <a:srgbClr val="1B496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991100" y="2797820"/>
            <a:ext cx="34392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docs/conventions.md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91100" y="3011091"/>
            <a:ext cx="34392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docs/architecture.md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91100" y="3224361"/>
            <a:ext cx="34392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examples/patterns/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1239f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2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571500"/>
            <a:ext cx="640251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Select: Choose Relevant Context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04800" y="1428750"/>
            <a:ext cx="2098548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800" y="1995934"/>
            <a:ext cx="39444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in only the information needed for the current task.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" y="2834134"/>
            <a:ext cx="2040255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5FA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Practices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4800" y="3401318"/>
            <a:ext cx="386715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sessions in the right directory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specific files clearly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476750" y="1921818"/>
            <a:ext cx="4362450" cy="1557784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95800" y="1921818"/>
            <a:ext cx="0" cy="1557784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43450" y="2150418"/>
            <a:ext cx="1981962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Tip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43450" y="2717602"/>
            <a:ext cx="39444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filesystem structure IS your context architecture.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8b8b614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3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571500"/>
            <a:ext cx="54892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Compress: Efficient Context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04800" y="1428750"/>
            <a:ext cx="2098548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800" y="1995934"/>
            <a:ext cx="39444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Condense information thoughtfully without losing critical details.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" y="2834134"/>
            <a:ext cx="1981962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4800" y="3401318"/>
            <a:ext cx="386715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summaries and inventories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structured formats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476750" y="1578918"/>
            <a:ext cx="4362450" cy="2243584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95800" y="1578918"/>
            <a:ext cx="0" cy="2243584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43450" y="1807518"/>
            <a:ext cx="2166557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Insight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43450" y="2374702"/>
            <a:ext cx="386715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762500" y="2374702"/>
            <a:ext cx="0" cy="990600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10150" y="2603302"/>
            <a:ext cx="343928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are cheap, clarity is expensive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eab67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00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4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571500"/>
            <a:ext cx="51297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Isolate: Separate Contexts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304800" y="1428750"/>
            <a:ext cx="2098548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Means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04800" y="1995934"/>
            <a:ext cx="39444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24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separate sessions for different tasks. Prevents context pollution.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" y="2834134"/>
            <a:ext cx="230257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Isolate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04800" y="3401318"/>
            <a:ext cx="3867150" cy="57150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projects or services</a:t>
            </a:r>
            <a:endParaRPr lang="en-US" sz="1350" dirty="0"/>
          </a:p>
          <a:p>
            <a:pPr algn="l" marL="114300" indent="-1143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work vs production code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476750" y="1685627"/>
            <a:ext cx="4362450" cy="2030164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495800" y="1685627"/>
            <a:ext cx="0" cy="2030164"/>
          </a:xfrm>
          <a:prstGeom prst="line">
            <a:avLst/>
          </a:prstGeom>
          <a:noFill/>
          <a:ln w="38100">
            <a:solidFill>
              <a:srgbClr val="FF6F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43450" y="1914227"/>
            <a:ext cx="210826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Principle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743450" y="2481411"/>
            <a:ext cx="3867150" cy="777180"/>
          </a:xfrm>
          <a:prstGeom prst="roundRect">
            <a:avLst>
              <a:gd name="adj" fmla="val 9805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937951" y="2710011"/>
            <a:ext cx="347814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One Job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55378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Principles to Remember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162050"/>
            <a:ext cx="4000500" cy="990600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1162050"/>
            <a:ext cx="0" cy="9906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1390650"/>
            <a:ext cx="355587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writing prompts, start engineering context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86300" y="1295400"/>
            <a:ext cx="4000500" cy="723900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14875" y="1295400"/>
            <a:ext cx="0" cy="723900"/>
          </a:xfrm>
          <a:prstGeom prst="line">
            <a:avLst/>
          </a:prstGeom>
          <a:noFill/>
          <a:ln w="57150">
            <a:solidFill>
              <a:srgbClr val="FF6F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72050" y="1524000"/>
            <a:ext cx="3555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one job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305050"/>
            <a:ext cx="4000500" cy="723900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5775" y="2305050"/>
            <a:ext cx="0" cy="72390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950" y="2533650"/>
            <a:ext cx="3555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filesystem is your context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6300" y="2305050"/>
            <a:ext cx="4000500" cy="723900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14875" y="2305050"/>
            <a:ext cx="0" cy="723900"/>
          </a:xfrm>
          <a:prstGeom prst="line">
            <a:avLst/>
          </a:prstGeom>
          <a:noFill/>
          <a:ln w="57150">
            <a:solidFill>
              <a:srgbClr val="5FA8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2050" y="2533650"/>
            <a:ext cx="355587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searchable ground truth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181350"/>
            <a:ext cx="8229600" cy="883890"/>
          </a:xfrm>
          <a:prstGeom prst="roundRect">
            <a:avLst>
              <a:gd name="adj" fmla="val 8621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8076" y="3409950"/>
            <a:ext cx="792784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are cheap, clarity is expensive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0152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Example: Adding a New Feature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457200" y="1162050"/>
            <a:ext cx="83941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800"/>
              </a:spcAft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Add authentication to an API service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57350"/>
            <a:ext cx="4038600" cy="805904"/>
          </a:xfrm>
          <a:prstGeom prst="roundRect">
            <a:avLst>
              <a:gd name="adj" fmla="val 9455"/>
            </a:avLst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809750"/>
            <a:ext cx="183623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Write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97584"/>
            <a:ext cx="36530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docs/auth-requirements.md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48200" y="1657350"/>
            <a:ext cx="4038600" cy="805904"/>
          </a:xfrm>
          <a:prstGeom prst="roundRect">
            <a:avLst>
              <a:gd name="adj" fmla="val 9455"/>
            </a:avLst>
          </a:prstGeom>
          <a:solidFill>
            <a:srgbClr val="5FA8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6800" y="1809750"/>
            <a:ext cx="183623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Select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76800" y="2097584"/>
            <a:ext cx="36530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to examples/auth/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15654"/>
            <a:ext cx="4038600" cy="805904"/>
          </a:xfrm>
          <a:prstGeom prst="roundRect">
            <a:avLst>
              <a:gd name="adj" fmla="val 9455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5800" y="2768054"/>
            <a:ext cx="183623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Compress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055888"/>
            <a:ext cx="36530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API inventory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48200" y="2615654"/>
            <a:ext cx="4038600" cy="805904"/>
          </a:xfrm>
          <a:prstGeom prst="roundRect">
            <a:avLst>
              <a:gd name="adj" fmla="val 9455"/>
            </a:avLst>
          </a:prstGeom>
          <a:solidFill>
            <a:srgbClr val="2C5F7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76800" y="2768054"/>
            <a:ext cx="1836230" cy="211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7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Isolate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76800" y="3055888"/>
            <a:ext cx="365302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tabs for auth vs testing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650159"/>
            <a:ext cx="8229600" cy="723900"/>
          </a:xfrm>
          <a:prstGeom prst="roundRect">
            <a:avLst>
              <a:gd name="adj" fmla="val 10526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6250" y="3650159"/>
            <a:ext cx="0" cy="723900"/>
          </a:xfrm>
          <a:prstGeom prst="line">
            <a:avLst/>
          </a:prstGeom>
          <a:noFill/>
          <a:ln w="38100">
            <a:solidFill>
              <a:srgbClr val="1B49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3900" y="3878759"/>
            <a:ext cx="788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Clear context and reusable patterns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B496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44011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Journey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304800" y="1268909"/>
            <a:ext cx="2302574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1B49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CE101 Modules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04800" y="1836093"/>
            <a:ext cx="3886200" cy="571500"/>
          </a:xfrm>
          <a:prstGeom prst="roundRect">
            <a:avLst>
              <a:gd name="adj" fmla="val 6667"/>
            </a:avLst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988493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Core Concepts ← Today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4800" y="2559993"/>
            <a:ext cx="3886200" cy="57150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33400" y="2712393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Filesystem Organization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4800" y="3283893"/>
            <a:ext cx="3886200" cy="57150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33400" y="3436293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Multi-Tab Orchestration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4800" y="4007793"/>
            <a:ext cx="3886200" cy="571500"/>
          </a:xfrm>
          <a:prstGeom prst="roundRect">
            <a:avLst>
              <a:gd name="adj" fmla="val 6667"/>
            </a:avLst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33400" y="4160193"/>
            <a:ext cx="34975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Local Data Stores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8200" y="1985218"/>
            <a:ext cx="4495800" cy="2030164"/>
          </a:xfrm>
          <a:prstGeom prst="rect">
            <a:avLst/>
          </a:prstGeom>
          <a:solidFill>
            <a:srgbClr val="F4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53000" y="2213818"/>
            <a:ext cx="1991677" cy="33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7"/>
              </a:lnSpc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FF6F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53000" y="2781002"/>
            <a:ext cx="396392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 Organization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53000" y="3253383"/>
            <a:ext cx="396392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how to structure your directories as natural context architecture.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7826" y="819299"/>
            <a:ext cx="278834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18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4191000" y="1543199"/>
            <a:ext cx="762000" cy="38100"/>
          </a:xfrm>
          <a:prstGeom prst="rect">
            <a:avLst/>
          </a:prstGeom>
          <a:solidFill>
            <a:srgbClr val="FF6F5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26382" y="2038499"/>
            <a:ext cx="3691235" cy="1348680"/>
          </a:xfrm>
          <a:prstGeom prst="roundRect">
            <a:avLst>
              <a:gd name="adj" fmla="val 847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000366" y="2343299"/>
            <a:ext cx="314326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00366" y="2815679"/>
            <a:ext cx="31432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AI what it needs to succeed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89470" y="3691979"/>
            <a:ext cx="37650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github.com/brendanbecker/ce101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689470" y="4111079"/>
            <a:ext cx="37650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F9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Session: Filesystem Organization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 Engineering 101 - Core Concepts</dc:title>
  <dc:subject>Session 1: Core Concepts</dc:subject>
  <dc:creator>Context Engineering 101</dc:creator>
  <cp:lastModifiedBy>Context Engineering 101</cp:lastModifiedBy>
  <cp:revision>1</cp:revision>
  <dcterms:created xsi:type="dcterms:W3CDTF">2025-11-08T16:14:37Z</dcterms:created>
  <dcterms:modified xsi:type="dcterms:W3CDTF">2025-11-08T16:14:37Z</dcterms:modified>
</cp:coreProperties>
</file>